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05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+ goal: leave this session able to move confidently through a Git/GitHub workflow and read/write Markdown without hesitating.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sections. First half is Git/GitHub mechanics, second half is Markdown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is the engine; GitHub is one place to park the repo and collaborate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commits are local until pushed — nothing reaches GitHub without an explicit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90% cheat sheet. Everything else (rebase, stash, cherry-pick) can wait until they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Branches are cheap. The point is isolating risky work until it's reviewed and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PRs are the review checkpoint — nothing lands in main without eyes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is the one file almost every repo has — which is why Markdown matters so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now that the workflow is clear, focus on the language used to write inside that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patterns cover the majority of formatting seen in real READMEs.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visual echo: dash/number syntax on the left becomes real bullets/numbers on the right; brackets-and-parens become clickable links or embedded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Triple backticks plus a language name turn on syntax highlighting on GitHub; pipes and dashes are all a table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GitHub-specific additions on top of standard Markdown — they won't all work on every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file uses headings, a code block, a task list, an issue reference, and plain prose — everything covered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off with a concrete, low-stakes exercise they can do in the next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943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&amp; Markdown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comfortable working inside a real repository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session for developers with some Git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517904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344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vs. GitHub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3000" y="1664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of who does what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84378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Workflow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43000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 → staging → commits → remote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16966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995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&amp; Pull Requests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43000" y="4315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collaborate safely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709160" y="137160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151790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1344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Essentials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394960" y="1664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lists, links, code, tables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09160" y="269748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2843784"/>
            <a:ext cx="210312" cy="2103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496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GitHub-Flavored Extras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394960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lists, mentions, issue refs, emoji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709160" y="402336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5464" y="4169664"/>
            <a:ext cx="210312" cy="2103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94960" y="3995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Real README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394960" y="4315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in one file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vs. GitHub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6550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1732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version-control tool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system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your machine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history through commits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from the command line (or a GUI client)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16550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6692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hosting + collaboration layer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83480" y="23317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 for Git repositories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Issues, Pull Requests, code review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Markdown across the whole site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several Git hosts (GitLab, Bitbucket, etc.)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Git Workflow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965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2167128"/>
            <a:ext cx="548640" cy="5486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3134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194560" y="2651760"/>
            <a:ext cx="502920" cy="0"/>
          </a:xfrm>
          <a:prstGeom prst="line">
            <a:avLst/>
          </a:prstGeom>
          <a:noFill/>
          <a:ln w="25400">
            <a:solidFill>
              <a:srgbClr val="0969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194560" y="23774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697480" y="1965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2167128"/>
            <a:ext cx="548640" cy="5486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23134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434840" y="2651760"/>
            <a:ext cx="502920" cy="0"/>
          </a:xfrm>
          <a:prstGeom prst="line">
            <a:avLst/>
          </a:prstGeom>
          <a:noFill/>
          <a:ln w="25400">
            <a:solidFill>
              <a:srgbClr val="0969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434840" y="23774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937760" y="1965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532120" y="2167128"/>
            <a:ext cx="548640" cy="5486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31343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34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675120" y="2377440"/>
            <a:ext cx="502920" cy="0"/>
          </a:xfrm>
          <a:prstGeom prst="line">
            <a:avLst/>
          </a:prstGeom>
          <a:noFill/>
          <a:ln w="25400">
            <a:solidFill>
              <a:srgbClr val="0969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675120" y="2121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675120" y="2926080"/>
            <a:ext cx="50292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675120" y="2980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178040" y="1965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772400" y="2167128"/>
            <a:ext cx="548640" cy="54864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231343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237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(GitHub)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live in your working directory → git add stages them → git commit saves a snapshot locally → git push shares it on GitHub.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You'll Use Daily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clone &lt;url&gt;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a remote repo to your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what's changed since the last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 &lt;file&gt;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changes for the next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-m "msg"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staged changes locally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push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local commits to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pull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and merge remote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branch &lt;name&gt;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checkout -b &lt;name&gt;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and switch to a 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969D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&lt;branch&gt;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another branch into this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Working Without Fear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920240"/>
            <a:ext cx="6949440" cy="0"/>
          </a:xfrm>
          <a:prstGeom prst="line">
            <a:avLst/>
          </a:prstGeom>
          <a:noFill/>
          <a:ln w="381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7556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920240"/>
            <a:ext cx="0" cy="960120"/>
          </a:xfrm>
          <a:prstGeom prst="line">
            <a:avLst/>
          </a:prstGeom>
          <a:noFill/>
          <a:ln w="25400">
            <a:solidFill>
              <a:srgbClr val="8B94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17520" y="2880360"/>
            <a:ext cx="3017520" cy="0"/>
          </a:xfrm>
          <a:prstGeom prst="line">
            <a:avLst/>
          </a:prstGeom>
          <a:noFill/>
          <a:ln w="381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0" y="2880360"/>
            <a:ext cx="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0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08176" y="1865376"/>
            <a:ext cx="109728" cy="10972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39696" y="1865376"/>
            <a:ext cx="109728" cy="10972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43216" y="1865376"/>
            <a:ext cx="109728" cy="10972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62656" y="1865376"/>
            <a:ext cx="109728" cy="109728"/>
          </a:xfrm>
          <a:prstGeom prst="ellipse">
            <a:avLst/>
          </a:prstGeom>
          <a:solidFill>
            <a:srgbClr val="1F23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77056" y="2825496"/>
            <a:ext cx="109728" cy="10972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74336" y="2825496"/>
            <a:ext cx="109728" cy="10972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0176" y="1865376"/>
            <a:ext cx="109728" cy="109728"/>
          </a:xfrm>
          <a:prstGeom prst="ellipse">
            <a:avLst/>
          </a:prstGeom>
          <a:solidFill>
            <a:srgbClr val="8250D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7784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PR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stays deployable at all times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 per feature or fix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back through a reviewed Pull Request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Requests: Propose → Review → Merge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1874520"/>
            <a:ext cx="640080" cy="64008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02082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 PR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branch, open a Pull Request against main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26080" y="2880360"/>
            <a:ext cx="50292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29000" y="155448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640080" cy="64008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0208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31089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comment, request changes, and approve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06440" y="2880360"/>
            <a:ext cx="50292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155448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78040" y="1874520"/>
            <a:ext cx="640080" cy="64008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0208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Merge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92240" y="31089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main; the feature branch can be deleted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a Repo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563624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3000" y="17099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page — rendered as Markdown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88950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715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43000" y="3035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Git which files to ignore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21538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143000" y="4361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usage and reuse rights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709160" y="141732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156362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394960" y="17099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source code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09160" y="274320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2889504"/>
            <a:ext cx="210312" cy="2103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4960" y="2715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5394960" y="3035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issue &amp; PR templates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709160" y="406908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5464" y="4215384"/>
            <a:ext cx="210312" cy="2103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9496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5394960" y="4361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+ project manifest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Markdown Language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8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README, Issue, and Pull Request speaks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Basics: Headings &amp; Emphasis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Heading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Heading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1214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822960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6883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**bold text**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6883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552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*italic text*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2552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822960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~~strikethrough~~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822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strikethrough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Links &amp; Images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161B2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Item one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Item two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Nested item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Step one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Step two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[GitHub](https://github.com)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![Alt text](logo.png)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one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two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Nested item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Step one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Step two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logo.png]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Blocks &amp; Tables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161B2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Fenced Code Block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`inline code` like this.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```python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print(f"hi {name}")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Col A | Col B |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|-------|-------|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1     | 2     |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0916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Rendered: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108960"/>
          <a:ext cx="3977640" cy="640080"/>
        </p:xfrm>
        <a:graphic>
          <a:graphicData uri="http://schemas.openxmlformats.org/drawingml/2006/table">
            <a:tbl>
              <a:tblPr/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GitHub-Flavored Markdown Extras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517904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441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291840" y="13441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[ ] todo   - [x] done → interactive checkboxes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29514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1214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291840" y="21214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@username notifies that person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07238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PR refs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291840" y="28986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#123 auto-links to that issue or pull request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84962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shortcodes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3291840" y="36758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:tada: renders as a celebration emoji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Together: A Real README.md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Task Tracker</a:t>
            </a:r>
            <a:endParaRPr lang="en-US" sz="11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minimal CLI for tracking daily to-dos.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Installation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```bash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task-tracker</a:t>
            </a:r>
            <a:endParaRPr lang="en-US" sz="11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Usage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[x] Add a task</a:t>
            </a:r>
            <a:endParaRPr lang="en-US" sz="11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Mark it complete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Contributing</a:t>
            </a:r>
            <a:endParaRPr lang="en-US" sz="11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requests are welcome — see #12 for open ideas.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License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repo and create a new branch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README.md — add a heading, a list, and a code block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926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push, and open a Pull Request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how GitHub renders your Markdown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comes from reps — go make a repo and try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1087</Words>
  <Application>Microsoft Macintosh PowerPoint</Application>
  <PresentationFormat>On-screen Show (16:9)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Git, GitHub &amp; Markdown</dc:title>
  <dc:subject>PptxGenJS Presentation</dc:subject>
  <dc:creator>Zero Shot Solutions</dc:creator>
  <cp:lastModifiedBy>Office</cp:lastModifiedBy>
  <cp:revision>2</cp:revision>
  <dcterms:created xsi:type="dcterms:W3CDTF">2026-07-08T03:49:53Z</dcterms:created>
  <dcterms:modified xsi:type="dcterms:W3CDTF">2026-07-08T04:10:28Z</dcterms:modified>
</cp:coreProperties>
</file>